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257" r:id="rId3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75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2024/2/13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2024/2/13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2024/2/13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2024/2/13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2024/2/13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2024/2/13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2024/2/13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2024/2/13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8906510" y="4023995"/>
            <a:ext cx="855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y</a:t>
            </a:r>
            <a:r>
              <a:rPr lang="en-US" baseline="-25000"/>
              <a:t>it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906510" y="3244850"/>
            <a:ext cx="855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Standard Symbols PS" panose="05050102010706020507" charset="0"/>
                <a:cs typeface="Standard Symbols PS" panose="05050102010706020507" charset="0"/>
              </a:rPr>
              <a:t>m</a:t>
            </a:r>
            <a:r>
              <a:rPr lang="en-US" baseline="-25000"/>
              <a:t>it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10413365" y="3244850"/>
            <a:ext cx="530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62290" y="2577465"/>
            <a:ext cx="855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Standard Symbols PS" panose="05050102010706020507" charset="0"/>
                <a:cs typeface="Standard Symbols PS" panose="05050102010706020507" charset="0"/>
              </a:rPr>
              <a:t>a</a:t>
            </a:r>
            <a:r>
              <a:rPr lang="en-US" baseline="-25000"/>
              <a:t>i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7510145" y="1757045"/>
            <a:ext cx="855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Standard Symbols PS" panose="05050102010706020507" charset="0"/>
                <a:cs typeface="Standard Symbols PS" panose="05050102010706020507" charset="0"/>
              </a:rPr>
              <a:t>m</a:t>
            </a:r>
            <a:r>
              <a:rPr lang="en-US" baseline="-25000">
                <a:latin typeface="Standard Symbols PS" panose="05050102010706020507" charset="0"/>
                <a:cs typeface="Standard Symbols PS" panose="05050102010706020507" charset="0"/>
              </a:rPr>
              <a:t>a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8640445" y="1757045"/>
            <a:ext cx="855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Standard Symbols PS" panose="05050102010706020507" charset="0"/>
                <a:cs typeface="Standard Symbols PS" panose="05050102010706020507" charset="0"/>
              </a:rPr>
              <a:t>s</a:t>
            </a:r>
            <a:r>
              <a:rPr lang="en-US" baseline="-25000">
                <a:latin typeface="Standard Symbols PS" panose="05050102010706020507" charset="0"/>
                <a:cs typeface="Standard Symbols PS" panose="05050102010706020507" charset="0"/>
              </a:rPr>
              <a:t>a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9761855" y="1757045"/>
            <a:ext cx="855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Standard Symbols PS" panose="05050102010706020507" charset="0"/>
                <a:cs typeface="Standard Symbols PS" panose="05050102010706020507" charset="0"/>
              </a:rPr>
              <a:t>b</a:t>
            </a:r>
            <a:endParaRPr lang="en-US" baseline="-25000"/>
          </a:p>
        </p:txBody>
      </p:sp>
      <p:sp>
        <p:nvSpPr>
          <p:cNvPr id="12" name="Oval 11"/>
          <p:cNvSpPr/>
          <p:nvPr/>
        </p:nvSpPr>
        <p:spPr>
          <a:xfrm>
            <a:off x="9090025" y="4008755"/>
            <a:ext cx="473075" cy="50419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8353425" y="2539365"/>
            <a:ext cx="473075" cy="50419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7689215" y="1696085"/>
            <a:ext cx="473075" cy="50419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8831580" y="1689100"/>
            <a:ext cx="473075" cy="50419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9952990" y="1689100"/>
            <a:ext cx="473075" cy="50419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s 16"/>
          <p:cNvSpPr/>
          <p:nvPr/>
        </p:nvSpPr>
        <p:spPr>
          <a:xfrm>
            <a:off x="9117965" y="3309620"/>
            <a:ext cx="412750" cy="3175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s 18"/>
          <p:cNvSpPr/>
          <p:nvPr/>
        </p:nvSpPr>
        <p:spPr>
          <a:xfrm>
            <a:off x="10460990" y="3270250"/>
            <a:ext cx="412750" cy="3175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>
            <a:stCxn id="14" idx="4"/>
          </p:cNvCxnSpPr>
          <p:nvPr/>
        </p:nvCxnSpPr>
        <p:spPr>
          <a:xfrm>
            <a:off x="7926070" y="2200275"/>
            <a:ext cx="660400" cy="292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5" idx="4"/>
          </p:cNvCxnSpPr>
          <p:nvPr/>
        </p:nvCxnSpPr>
        <p:spPr>
          <a:xfrm flipH="1">
            <a:off x="8625840" y="2193290"/>
            <a:ext cx="442595" cy="2990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6" idx="4"/>
          </p:cNvCxnSpPr>
          <p:nvPr/>
        </p:nvCxnSpPr>
        <p:spPr>
          <a:xfrm flipH="1">
            <a:off x="9332595" y="2193290"/>
            <a:ext cx="857250" cy="10928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3" idx="5"/>
          </p:cNvCxnSpPr>
          <p:nvPr/>
        </p:nvCxnSpPr>
        <p:spPr>
          <a:xfrm>
            <a:off x="8757285" y="2969895"/>
            <a:ext cx="559435" cy="3162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1"/>
            <a:endCxn id="17" idx="3"/>
          </p:cNvCxnSpPr>
          <p:nvPr/>
        </p:nvCxnSpPr>
        <p:spPr>
          <a:xfrm flipH="1">
            <a:off x="9530715" y="3429000"/>
            <a:ext cx="882650" cy="393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7" idx="2"/>
            <a:endCxn id="12" idx="0"/>
          </p:cNvCxnSpPr>
          <p:nvPr/>
        </p:nvCxnSpPr>
        <p:spPr>
          <a:xfrm>
            <a:off x="9324340" y="3627120"/>
            <a:ext cx="2540" cy="3816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s 25"/>
          <p:cNvSpPr/>
          <p:nvPr/>
        </p:nvSpPr>
        <p:spPr>
          <a:xfrm>
            <a:off x="8800465" y="3071495"/>
            <a:ext cx="2278380" cy="1666875"/>
          </a:xfrm>
          <a:prstGeom prst="rect">
            <a:avLst/>
          </a:prstGeom>
          <a:noFill/>
          <a:ln w="28575" cmpd="sng">
            <a:solidFill>
              <a:srgbClr val="CC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 Box 26"/>
          <p:cNvSpPr txBox="1"/>
          <p:nvPr/>
        </p:nvSpPr>
        <p:spPr>
          <a:xfrm>
            <a:off x="9286875" y="4392295"/>
            <a:ext cx="1791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time t</a:t>
            </a:r>
          </a:p>
        </p:txBody>
      </p:sp>
      <p:sp>
        <p:nvSpPr>
          <p:cNvPr id="28" name="Rectangles 27"/>
          <p:cNvSpPr/>
          <p:nvPr/>
        </p:nvSpPr>
        <p:spPr>
          <a:xfrm>
            <a:off x="8162290" y="2405380"/>
            <a:ext cx="2075815" cy="2903855"/>
          </a:xfrm>
          <a:prstGeom prst="rect">
            <a:avLst/>
          </a:prstGeom>
          <a:noFill/>
          <a:ln w="28575" cmpd="sng">
            <a:solidFill>
              <a:srgbClr val="CC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 Box 28"/>
          <p:cNvSpPr txBox="1"/>
          <p:nvPr/>
        </p:nvSpPr>
        <p:spPr>
          <a:xfrm>
            <a:off x="8428355" y="4940935"/>
            <a:ext cx="1791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individual i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4968875" y="4023995"/>
            <a:ext cx="855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y</a:t>
            </a:r>
            <a:r>
              <a:rPr lang="en-US" baseline="-25000"/>
              <a:t>it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4968875" y="3244850"/>
            <a:ext cx="855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Standard Symbols PS" panose="05050102010706020507" charset="0"/>
                <a:cs typeface="Standard Symbols PS" panose="05050102010706020507" charset="0"/>
              </a:rPr>
              <a:t>m</a:t>
            </a:r>
            <a:r>
              <a:rPr lang="en-US" baseline="-25000"/>
              <a:t>it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6475730" y="3244850"/>
            <a:ext cx="530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</a:t>
            </a:r>
          </a:p>
        </p:txBody>
      </p:sp>
      <p:sp>
        <p:nvSpPr>
          <p:cNvPr id="34" name="Text Box 33"/>
          <p:cNvSpPr txBox="1"/>
          <p:nvPr/>
        </p:nvSpPr>
        <p:spPr>
          <a:xfrm>
            <a:off x="4128770" y="1757045"/>
            <a:ext cx="855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Standard Symbols PS" panose="05050102010706020507" charset="0"/>
                <a:cs typeface="Standard Symbols PS" panose="05050102010706020507" charset="0"/>
              </a:rPr>
              <a:t>a</a:t>
            </a:r>
            <a:endParaRPr lang="en-US" baseline="-25000">
              <a:latin typeface="Standard Symbols PS" panose="05050102010706020507" charset="0"/>
              <a:cs typeface="Standard Symbols PS" panose="05050102010706020507" charset="0"/>
            </a:endParaRPr>
          </a:p>
        </p:txBody>
      </p:sp>
      <p:sp>
        <p:nvSpPr>
          <p:cNvPr id="36" name="Text Box 35"/>
          <p:cNvSpPr txBox="1"/>
          <p:nvPr/>
        </p:nvSpPr>
        <p:spPr>
          <a:xfrm>
            <a:off x="5824220" y="1757045"/>
            <a:ext cx="855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Standard Symbols PS" panose="05050102010706020507" charset="0"/>
                <a:cs typeface="Standard Symbols PS" panose="05050102010706020507" charset="0"/>
              </a:rPr>
              <a:t>b</a:t>
            </a:r>
            <a:endParaRPr lang="en-US" baseline="-25000"/>
          </a:p>
        </p:txBody>
      </p:sp>
      <p:sp>
        <p:nvSpPr>
          <p:cNvPr id="37" name="Oval 36"/>
          <p:cNvSpPr/>
          <p:nvPr/>
        </p:nvSpPr>
        <p:spPr>
          <a:xfrm>
            <a:off x="5152390" y="4008755"/>
            <a:ext cx="473075" cy="50419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4307840" y="1696085"/>
            <a:ext cx="473075" cy="50419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6015355" y="1689100"/>
            <a:ext cx="473075" cy="50419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s 41"/>
          <p:cNvSpPr/>
          <p:nvPr/>
        </p:nvSpPr>
        <p:spPr>
          <a:xfrm>
            <a:off x="5180330" y="3309620"/>
            <a:ext cx="412750" cy="3175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s 42"/>
          <p:cNvSpPr/>
          <p:nvPr/>
        </p:nvSpPr>
        <p:spPr>
          <a:xfrm>
            <a:off x="6523355" y="3270250"/>
            <a:ext cx="412750" cy="3175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/>
          <p:cNvCxnSpPr>
            <a:stCxn id="39" idx="4"/>
            <a:endCxn id="42" idx="0"/>
          </p:cNvCxnSpPr>
          <p:nvPr/>
        </p:nvCxnSpPr>
        <p:spPr>
          <a:xfrm>
            <a:off x="4544695" y="2200275"/>
            <a:ext cx="842010" cy="11093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41" idx="4"/>
            <a:endCxn id="42" idx="0"/>
          </p:cNvCxnSpPr>
          <p:nvPr/>
        </p:nvCxnSpPr>
        <p:spPr>
          <a:xfrm flipH="1">
            <a:off x="5386705" y="2193290"/>
            <a:ext cx="865505" cy="11163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32" idx="1"/>
            <a:endCxn id="42" idx="3"/>
          </p:cNvCxnSpPr>
          <p:nvPr/>
        </p:nvCxnSpPr>
        <p:spPr>
          <a:xfrm flipH="1">
            <a:off x="5593080" y="3429000"/>
            <a:ext cx="882650" cy="393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42" idx="2"/>
            <a:endCxn id="37" idx="0"/>
          </p:cNvCxnSpPr>
          <p:nvPr/>
        </p:nvCxnSpPr>
        <p:spPr>
          <a:xfrm>
            <a:off x="5386705" y="3627120"/>
            <a:ext cx="2540" cy="3816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s 49"/>
          <p:cNvSpPr/>
          <p:nvPr/>
        </p:nvSpPr>
        <p:spPr>
          <a:xfrm>
            <a:off x="4862830" y="3071495"/>
            <a:ext cx="2278380" cy="1666875"/>
          </a:xfrm>
          <a:prstGeom prst="rect">
            <a:avLst/>
          </a:prstGeom>
          <a:noFill/>
          <a:ln w="28575" cmpd="sng">
            <a:solidFill>
              <a:srgbClr val="CC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 Box 50"/>
          <p:cNvSpPr txBox="1"/>
          <p:nvPr/>
        </p:nvSpPr>
        <p:spPr>
          <a:xfrm>
            <a:off x="5349240" y="4392295"/>
            <a:ext cx="1791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time t</a:t>
            </a:r>
          </a:p>
        </p:txBody>
      </p:sp>
      <p:sp>
        <p:nvSpPr>
          <p:cNvPr id="52" name="Rectangles 51"/>
          <p:cNvSpPr/>
          <p:nvPr/>
        </p:nvSpPr>
        <p:spPr>
          <a:xfrm>
            <a:off x="4224655" y="2405380"/>
            <a:ext cx="2075815" cy="2903855"/>
          </a:xfrm>
          <a:prstGeom prst="rect">
            <a:avLst/>
          </a:prstGeom>
          <a:noFill/>
          <a:ln w="28575" cmpd="sng">
            <a:solidFill>
              <a:srgbClr val="CC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 Box 52"/>
          <p:cNvSpPr txBox="1"/>
          <p:nvPr/>
        </p:nvSpPr>
        <p:spPr>
          <a:xfrm>
            <a:off x="4490720" y="4940935"/>
            <a:ext cx="1791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individual i</a:t>
            </a:r>
          </a:p>
        </p:txBody>
      </p:sp>
      <p:sp>
        <p:nvSpPr>
          <p:cNvPr id="54" name="Text Box 53"/>
          <p:cNvSpPr txBox="1"/>
          <p:nvPr/>
        </p:nvSpPr>
        <p:spPr>
          <a:xfrm>
            <a:off x="3349625" y="4023995"/>
            <a:ext cx="855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Standard Symbols PS" panose="05050102010706020507" charset="0"/>
                <a:cs typeface="Standard Symbols PS" panose="05050102010706020507" charset="0"/>
              </a:rPr>
              <a:t>s</a:t>
            </a:r>
            <a:endParaRPr lang="en-US" baseline="-25000">
              <a:latin typeface="Standard Symbols PS" panose="05050102010706020507" charset="0"/>
              <a:cs typeface="Standard Symbols PS" panose="05050102010706020507" charset="0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3533140" y="4008755"/>
            <a:ext cx="473075" cy="50419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Arrow Connector 55"/>
          <p:cNvCxnSpPr>
            <a:stCxn id="55" idx="6"/>
            <a:endCxn id="37" idx="2"/>
          </p:cNvCxnSpPr>
          <p:nvPr/>
        </p:nvCxnSpPr>
        <p:spPr>
          <a:xfrm>
            <a:off x="4006215" y="4260850"/>
            <a:ext cx="114617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 Box 56"/>
          <p:cNvSpPr txBox="1"/>
          <p:nvPr/>
        </p:nvSpPr>
        <p:spPr>
          <a:xfrm>
            <a:off x="7254240" y="4008755"/>
            <a:ext cx="855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Standard Symbols PS" panose="05050102010706020507" charset="0"/>
                <a:cs typeface="Standard Symbols PS" panose="05050102010706020507" charset="0"/>
              </a:rPr>
              <a:t>s</a:t>
            </a:r>
            <a:endParaRPr lang="en-US" baseline="-25000">
              <a:latin typeface="Standard Symbols PS" panose="05050102010706020507" charset="0"/>
              <a:cs typeface="Standard Symbols PS" panose="05050102010706020507" charset="0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7437755" y="3993515"/>
            <a:ext cx="473075" cy="50419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/>
          <p:cNvCxnSpPr>
            <a:stCxn id="58" idx="6"/>
          </p:cNvCxnSpPr>
          <p:nvPr/>
        </p:nvCxnSpPr>
        <p:spPr>
          <a:xfrm>
            <a:off x="7910830" y="4245610"/>
            <a:ext cx="114617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29A95-CB4F-7208-2891-CCE3A6DFF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Box 29">
            <a:extLst>
              <a:ext uri="{FF2B5EF4-FFF2-40B4-BE49-F238E27FC236}">
                <a16:creationId xmlns:a16="http://schemas.microsoft.com/office/drawing/2014/main" id="{EAD8D3E9-F91F-A0B1-7D8E-5251FF16073F}"/>
              </a:ext>
            </a:extLst>
          </p:cNvPr>
          <p:cNvSpPr txBox="1"/>
          <p:nvPr/>
        </p:nvSpPr>
        <p:spPr>
          <a:xfrm>
            <a:off x="4968875" y="4023995"/>
            <a:ext cx="855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y</a:t>
            </a:r>
            <a:r>
              <a:rPr lang="en-US" baseline="-25000"/>
              <a:t>it</a:t>
            </a:r>
          </a:p>
        </p:txBody>
      </p:sp>
      <p:sp>
        <p:nvSpPr>
          <p:cNvPr id="32" name="Text Box 31">
            <a:extLst>
              <a:ext uri="{FF2B5EF4-FFF2-40B4-BE49-F238E27FC236}">
                <a16:creationId xmlns:a16="http://schemas.microsoft.com/office/drawing/2014/main" id="{0DDD849D-3493-D452-171F-6FD3CA36CDEE}"/>
              </a:ext>
            </a:extLst>
          </p:cNvPr>
          <p:cNvSpPr txBox="1"/>
          <p:nvPr/>
        </p:nvSpPr>
        <p:spPr>
          <a:xfrm>
            <a:off x="6475730" y="3244850"/>
            <a:ext cx="530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7E684AB-CC8E-00DA-C921-2BC742269512}"/>
              </a:ext>
            </a:extLst>
          </p:cNvPr>
          <p:cNvSpPr/>
          <p:nvPr/>
        </p:nvSpPr>
        <p:spPr>
          <a:xfrm>
            <a:off x="5152390" y="4008755"/>
            <a:ext cx="473075" cy="50419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0DCB588-2982-061F-26EC-6E85FFBC50AA}"/>
              </a:ext>
            </a:extLst>
          </p:cNvPr>
          <p:cNvSpPr/>
          <p:nvPr/>
        </p:nvSpPr>
        <p:spPr>
          <a:xfrm>
            <a:off x="4307840" y="1696085"/>
            <a:ext cx="473075" cy="50419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4654FA7-D154-C288-700B-30E541124443}"/>
              </a:ext>
            </a:extLst>
          </p:cNvPr>
          <p:cNvSpPr/>
          <p:nvPr/>
        </p:nvSpPr>
        <p:spPr>
          <a:xfrm>
            <a:off x="6015355" y="1689100"/>
            <a:ext cx="473075" cy="50419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s 41">
            <a:extLst>
              <a:ext uri="{FF2B5EF4-FFF2-40B4-BE49-F238E27FC236}">
                <a16:creationId xmlns:a16="http://schemas.microsoft.com/office/drawing/2014/main" id="{2853A4BB-9ED7-9A99-F58C-6598CF4600E9}"/>
              </a:ext>
            </a:extLst>
          </p:cNvPr>
          <p:cNvSpPr/>
          <p:nvPr/>
        </p:nvSpPr>
        <p:spPr>
          <a:xfrm>
            <a:off x="5180330" y="3309620"/>
            <a:ext cx="412750" cy="3175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s 42">
            <a:extLst>
              <a:ext uri="{FF2B5EF4-FFF2-40B4-BE49-F238E27FC236}">
                <a16:creationId xmlns:a16="http://schemas.microsoft.com/office/drawing/2014/main" id="{F0762AF3-9158-DFAF-4A6E-49CF4CC1C022}"/>
              </a:ext>
            </a:extLst>
          </p:cNvPr>
          <p:cNvSpPr/>
          <p:nvPr/>
        </p:nvSpPr>
        <p:spPr>
          <a:xfrm>
            <a:off x="6523355" y="3270250"/>
            <a:ext cx="412750" cy="3175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40B7FE3-4100-4951-8C0F-0436DB17BDE7}"/>
              </a:ext>
            </a:extLst>
          </p:cNvPr>
          <p:cNvCxnSpPr>
            <a:stCxn id="39" idx="4"/>
            <a:endCxn id="42" idx="0"/>
          </p:cNvCxnSpPr>
          <p:nvPr/>
        </p:nvCxnSpPr>
        <p:spPr>
          <a:xfrm>
            <a:off x="4544695" y="2200275"/>
            <a:ext cx="842010" cy="11093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054D9C4-5AF1-287B-39F8-4E2113FC05CE}"/>
              </a:ext>
            </a:extLst>
          </p:cNvPr>
          <p:cNvCxnSpPr>
            <a:cxnSpLocks/>
            <a:stCxn id="41" idx="4"/>
            <a:endCxn id="42" idx="0"/>
          </p:cNvCxnSpPr>
          <p:nvPr/>
        </p:nvCxnSpPr>
        <p:spPr>
          <a:xfrm flipH="1">
            <a:off x="5386705" y="2193290"/>
            <a:ext cx="865505" cy="11163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19A9801-B361-E5C4-FCC7-1164AC628F8E}"/>
              </a:ext>
            </a:extLst>
          </p:cNvPr>
          <p:cNvCxnSpPr>
            <a:stCxn id="32" idx="1"/>
            <a:endCxn id="42" idx="3"/>
          </p:cNvCxnSpPr>
          <p:nvPr/>
        </p:nvCxnSpPr>
        <p:spPr>
          <a:xfrm flipH="1">
            <a:off x="5593080" y="3429000"/>
            <a:ext cx="882650" cy="393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620A727-A4EA-9F51-2BCE-A628BE207E27}"/>
              </a:ext>
            </a:extLst>
          </p:cNvPr>
          <p:cNvCxnSpPr>
            <a:stCxn id="42" idx="2"/>
            <a:endCxn id="37" idx="0"/>
          </p:cNvCxnSpPr>
          <p:nvPr/>
        </p:nvCxnSpPr>
        <p:spPr>
          <a:xfrm>
            <a:off x="5386705" y="3627120"/>
            <a:ext cx="2540" cy="3816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s 49">
            <a:extLst>
              <a:ext uri="{FF2B5EF4-FFF2-40B4-BE49-F238E27FC236}">
                <a16:creationId xmlns:a16="http://schemas.microsoft.com/office/drawing/2014/main" id="{7A6F5AB7-9894-BD9B-DA9B-6B3CCF8EAEC1}"/>
              </a:ext>
            </a:extLst>
          </p:cNvPr>
          <p:cNvSpPr/>
          <p:nvPr/>
        </p:nvSpPr>
        <p:spPr>
          <a:xfrm>
            <a:off x="4862830" y="3071495"/>
            <a:ext cx="2278380" cy="1666875"/>
          </a:xfrm>
          <a:prstGeom prst="rect">
            <a:avLst/>
          </a:prstGeom>
          <a:noFill/>
          <a:ln w="28575" cmpd="sng">
            <a:solidFill>
              <a:srgbClr val="CC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 Box 50">
            <a:extLst>
              <a:ext uri="{FF2B5EF4-FFF2-40B4-BE49-F238E27FC236}">
                <a16:creationId xmlns:a16="http://schemas.microsoft.com/office/drawing/2014/main" id="{BA894597-FC04-023C-0949-663CB29B361A}"/>
              </a:ext>
            </a:extLst>
          </p:cNvPr>
          <p:cNvSpPr txBox="1"/>
          <p:nvPr/>
        </p:nvSpPr>
        <p:spPr>
          <a:xfrm>
            <a:off x="5349240" y="4392295"/>
            <a:ext cx="1791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time t</a:t>
            </a:r>
          </a:p>
        </p:txBody>
      </p:sp>
      <p:sp>
        <p:nvSpPr>
          <p:cNvPr id="52" name="Rectangles 51">
            <a:extLst>
              <a:ext uri="{FF2B5EF4-FFF2-40B4-BE49-F238E27FC236}">
                <a16:creationId xmlns:a16="http://schemas.microsoft.com/office/drawing/2014/main" id="{4EE9C25B-A013-D015-0EB0-C2ECD58302D6}"/>
              </a:ext>
            </a:extLst>
          </p:cNvPr>
          <p:cNvSpPr/>
          <p:nvPr/>
        </p:nvSpPr>
        <p:spPr>
          <a:xfrm>
            <a:off x="4224655" y="2405380"/>
            <a:ext cx="2075815" cy="2903855"/>
          </a:xfrm>
          <a:prstGeom prst="rect">
            <a:avLst/>
          </a:prstGeom>
          <a:noFill/>
          <a:ln w="28575" cmpd="sng">
            <a:solidFill>
              <a:srgbClr val="CC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 Box 52">
            <a:extLst>
              <a:ext uri="{FF2B5EF4-FFF2-40B4-BE49-F238E27FC236}">
                <a16:creationId xmlns:a16="http://schemas.microsoft.com/office/drawing/2014/main" id="{0BF72B3E-82CD-B9CC-C9D9-AF1FCDB90B7E}"/>
              </a:ext>
            </a:extLst>
          </p:cNvPr>
          <p:cNvSpPr txBox="1"/>
          <p:nvPr/>
        </p:nvSpPr>
        <p:spPr>
          <a:xfrm>
            <a:off x="4490720" y="4940935"/>
            <a:ext cx="1791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individual i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6E5FF8F-A7BB-EA1F-A5DB-45A4046C5945}"/>
              </a:ext>
            </a:extLst>
          </p:cNvPr>
          <p:cNvSpPr/>
          <p:nvPr/>
        </p:nvSpPr>
        <p:spPr>
          <a:xfrm>
            <a:off x="3533140" y="4008755"/>
            <a:ext cx="473075" cy="50419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4022899-5F53-E1A3-9D00-48FE3493F7A4}"/>
              </a:ext>
            </a:extLst>
          </p:cNvPr>
          <p:cNvCxnSpPr>
            <a:stCxn id="55" idx="6"/>
            <a:endCxn id="37" idx="2"/>
          </p:cNvCxnSpPr>
          <p:nvPr/>
        </p:nvCxnSpPr>
        <p:spPr>
          <a:xfrm>
            <a:off x="4006215" y="4260850"/>
            <a:ext cx="114617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 Box 56">
            <a:extLst>
              <a:ext uri="{FF2B5EF4-FFF2-40B4-BE49-F238E27FC236}">
                <a16:creationId xmlns:a16="http://schemas.microsoft.com/office/drawing/2014/main" id="{13FEB72A-4EB0-9C56-C1B3-493224678F3B}"/>
              </a:ext>
            </a:extLst>
          </p:cNvPr>
          <p:cNvSpPr txBox="1"/>
          <p:nvPr/>
        </p:nvSpPr>
        <p:spPr>
          <a:xfrm>
            <a:off x="7254240" y="4008755"/>
            <a:ext cx="855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Standard Symbols PS" panose="05050102010706020507" charset="0"/>
                <a:cs typeface="Standard Symbols PS" panose="05050102010706020507" charset="0"/>
              </a:rPr>
              <a:t>s</a:t>
            </a:r>
            <a:endParaRPr lang="en-US" baseline="-25000">
              <a:latin typeface="Standard Symbols PS" panose="05050102010706020507" charset="0"/>
              <a:cs typeface="Standard Symbols PS" panose="05050102010706020507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A4122E3-77D7-29B8-B202-0C688C9D7D10}"/>
                  </a:ext>
                </a:extLst>
              </p:cNvPr>
              <p:cNvSpPr txBox="1"/>
              <p:nvPr/>
            </p:nvSpPr>
            <p:spPr>
              <a:xfrm>
                <a:off x="5250470" y="3275439"/>
                <a:ext cx="3378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A4122E3-77D7-29B8-B202-0C688C9D7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0470" y="3275439"/>
                <a:ext cx="337848" cy="276999"/>
              </a:xfrm>
              <a:prstGeom prst="rect">
                <a:avLst/>
              </a:prstGeom>
              <a:blipFill>
                <a:blip r:embed="rId2"/>
                <a:stretch>
                  <a:fillRect l="-14286" r="-5357" b="-239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F22D42-6667-7C70-6C00-4759878351DD}"/>
                  </a:ext>
                </a:extLst>
              </p:cNvPr>
              <p:cNvSpPr txBox="1"/>
              <p:nvPr/>
            </p:nvSpPr>
            <p:spPr>
              <a:xfrm>
                <a:off x="3688770" y="4114565"/>
                <a:ext cx="2044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F22D42-6667-7C70-6C00-475987835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8770" y="4114565"/>
                <a:ext cx="204415" cy="276999"/>
              </a:xfrm>
              <a:prstGeom prst="rect">
                <a:avLst/>
              </a:prstGeom>
              <a:blipFill>
                <a:blip r:embed="rId3"/>
                <a:stretch>
                  <a:fillRect l="-14706" r="-8824" b="-2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9CE915B-2C81-25D8-C3EB-5A76CB52FB67}"/>
                  </a:ext>
                </a:extLst>
              </p:cNvPr>
              <p:cNvSpPr txBox="1"/>
              <p:nvPr/>
            </p:nvSpPr>
            <p:spPr>
              <a:xfrm>
                <a:off x="4439893" y="1788339"/>
                <a:ext cx="2089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9CE915B-2C81-25D8-C3EB-5A76CB52F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893" y="1788339"/>
                <a:ext cx="208968" cy="276999"/>
              </a:xfrm>
              <a:prstGeom prst="rect">
                <a:avLst/>
              </a:prstGeom>
              <a:blipFill>
                <a:blip r:embed="rId4"/>
                <a:stretch>
                  <a:fillRect l="-14286" r="-85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6892A02-C988-807B-C9BF-BFAE05015D25}"/>
                  </a:ext>
                </a:extLst>
              </p:cNvPr>
              <p:cNvSpPr txBox="1"/>
              <p:nvPr/>
            </p:nvSpPr>
            <p:spPr>
              <a:xfrm>
                <a:off x="6146607" y="1809680"/>
                <a:ext cx="2105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6892A02-C988-807B-C9BF-BFAE05015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6607" y="1809680"/>
                <a:ext cx="210570" cy="276999"/>
              </a:xfrm>
              <a:prstGeom prst="rect">
                <a:avLst/>
              </a:prstGeom>
              <a:blipFill>
                <a:blip r:embed="rId5"/>
                <a:stretch>
                  <a:fillRect l="-37143" r="-31429" b="-3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648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33</Words>
  <Application>Microsoft Office PowerPoint</Application>
  <PresentationFormat>Widescreen</PresentationFormat>
  <Paragraphs>27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宋体</vt:lpstr>
      <vt:lpstr>Arial</vt:lpstr>
      <vt:lpstr>Arial Black</vt:lpstr>
      <vt:lpstr>Calibri</vt:lpstr>
      <vt:lpstr>Cambria Math</vt:lpstr>
      <vt:lpstr>Standard Symbols PS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marta</dc:creator>
  <cp:lastModifiedBy>Gascoigne, Connor W S</cp:lastModifiedBy>
  <cp:revision>8</cp:revision>
  <dcterms:created xsi:type="dcterms:W3CDTF">2023-01-06T10:15:05Z</dcterms:created>
  <dcterms:modified xsi:type="dcterms:W3CDTF">2024-02-13T11:58:20Z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1033-11.1.0.10920</vt:lpwstr>
  </property>
</Properties>
</file>